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0"/>
  </p:normalViewPr>
  <p:slideViewPr>
    <p:cSldViewPr snapToGrid="0">
      <p:cViewPr varScale="1">
        <p:scale>
          <a:sx n="113" d="100"/>
          <a:sy n="113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57C4A94-0090-B5AB-A2C6-BE57432AC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80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9662557-E07C-E623-9AD8-6FBE2F4C3483}"/>
              </a:ext>
            </a:extLst>
          </p:cNvPr>
          <p:cNvSpPr/>
          <p:nvPr userDrawn="1"/>
        </p:nvSpPr>
        <p:spPr>
          <a:xfrm>
            <a:off x="0" y="1"/>
            <a:ext cx="12192000" cy="5079999"/>
          </a:xfrm>
          <a:prstGeom prst="rect">
            <a:avLst/>
          </a:prstGeom>
          <a:blipFill dpi="0" rotWithShape="1">
            <a:blip r:embed="rId3">
              <a:alphaModFix amt="9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b="1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8661E95-0BA9-4536-649C-769B996939F6}"/>
              </a:ext>
            </a:extLst>
          </p:cNvPr>
          <p:cNvSpPr/>
          <p:nvPr userDrawn="1"/>
        </p:nvSpPr>
        <p:spPr>
          <a:xfrm>
            <a:off x="5430000" y="4370791"/>
            <a:ext cx="1332000" cy="13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EB2B921-7493-96D4-0197-92661B1507A9}"/>
              </a:ext>
            </a:extLst>
          </p:cNvPr>
          <p:cNvSpPr/>
          <p:nvPr userDrawn="1"/>
        </p:nvSpPr>
        <p:spPr>
          <a:xfrm>
            <a:off x="5538000" y="4484265"/>
            <a:ext cx="1116000" cy="1116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63A1A5F-766D-07CD-A2CC-0AFF921361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729"/>
          <a:stretch/>
        </p:blipFill>
        <p:spPr>
          <a:xfrm>
            <a:off x="5689646" y="4634082"/>
            <a:ext cx="812708" cy="79807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B2191D5-2726-FC42-75F7-C6BEDB5A5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kumimoji="1" lang="zh-CN" altLang="en-US" sz="4400" b="1" kern="0" spc="225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85AA53-7469-3E11-C379-C17CAAE0A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02791"/>
            <a:ext cx="9144000" cy="595526"/>
          </a:xfrm>
        </p:spPr>
        <p:txBody>
          <a:bodyPr anchor="ctr"/>
          <a:lstStyle>
            <a:lvl1pPr marL="0" indent="0" algn="ctr">
              <a:buNone/>
              <a:defRPr kumimoji="1" lang="zh-CN" altLang="en-US" sz="1800" b="1" i="0" u="none" strike="noStrike" kern="0" cap="none" spc="0" normalizeH="0" baseline="0" dirty="0">
                <a:ln>
                  <a:noFill/>
                </a:ln>
                <a:solidFill>
                  <a:srgbClr val="233A84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22A61-2358-F04A-B62D-5B4A58972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83F0-23EF-A14E-BBD8-2F5F5CB8579D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154922-7A72-CF7C-6970-7E9316A3E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B77D52-0EF2-2C96-74C1-AA9246A1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6E98-0084-1A41-94DB-FFF4B0C531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4461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929E6-025E-5A7B-1E19-6BECF311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DAA159-09A5-2EEF-62A6-9B9CD899F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090B8B-B4EB-6F52-81C1-A9F3E832F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83F0-23EF-A14E-BBD8-2F5F5CB8579D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F1C498-1223-C475-29BA-1DD8F3051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6A5EC-98F8-706E-B11E-5C3DC9861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6E98-0084-1A41-94DB-FFF4B0C531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0026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B2D3C-4FD6-A4E3-1A2E-903416511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719262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410115-DB49-EAB2-2145-0ABFC4F15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773214"/>
            <a:ext cx="10515600" cy="23164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A2302D-D96A-8CBE-5CEA-416397171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83F0-23EF-A14E-BBD8-2F5F5CB8579D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D1A8B1-132C-1892-057B-EC3F0ED54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D22189-456A-39E8-010B-9C743066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6E98-0084-1A41-94DB-FFF4B0C531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3935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2D7FEB-B236-D9CC-931B-2E4453CAD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74D6CC-FB3B-6CFA-C255-698210A50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03283"/>
            <a:ext cx="5181600" cy="487368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E0DB9B-9C72-1475-FEFF-F70F82309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03283"/>
            <a:ext cx="5181600" cy="487368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9AEDBE-5024-71F5-150B-D70EFA69E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83F0-23EF-A14E-BBD8-2F5F5CB8579D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55EE0-9C1B-E081-2D5B-1637FB53D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085912-73C3-E974-CE0D-82497CB1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6E98-0084-1A41-94DB-FFF4B0C531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421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79BBDE-3313-0BB1-260A-24AA9D79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82391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6C9A87-2142-B2EB-F698-23920AB7C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60752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8945A7-FB60-EB15-6CFB-0FD7DD164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56378"/>
            <a:ext cx="5157787" cy="4033285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5EFF2DA-E3C6-9375-EC3A-97F84EF47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60752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69008E-725F-ACA6-E350-3FA972DE7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56378"/>
            <a:ext cx="5183188" cy="4033285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471270-5DF3-B0CC-BBC0-320C4847C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83F0-23EF-A14E-BBD8-2F5F5CB8579D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8D956F-917E-ACBE-21B9-545B370AA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7CB5314-C82C-81FF-B1FC-51E687C4B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6E98-0084-1A41-94DB-FFF4B0C531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362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3848D-2927-2EE3-E107-956BB99BA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B937FE-F79F-249E-18F2-9525C5CF5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83F0-23EF-A14E-BBD8-2F5F5CB8579D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5A13F5-E16E-8110-B8FD-B504272C3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B08632-7C9B-0D70-6203-57590B6A8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6E98-0084-1A41-94DB-FFF4B0C531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3979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D09401-3642-1F4D-FFA9-A4D136BB7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83F0-23EF-A14E-BBD8-2F5F5CB8579D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07CF0CD-46FD-64D5-49DF-0FD1316EC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12C42C-F831-C8AC-252D-589C8F949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6E98-0084-1A41-94DB-FFF4B0C531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859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4638C3-410F-E658-76D0-0E202DED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6696129" cy="846083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138733-19E8-CFFB-BBB6-4C18C94BD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490" y="457200"/>
            <a:ext cx="3742722" cy="54117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1E3994-16CA-A0CC-5866-E682DD81E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08386"/>
            <a:ext cx="6696129" cy="44606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A02FD8-9713-90AF-0C60-4566ABFF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83F0-23EF-A14E-BBD8-2F5F5CB8579D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055A13-F8E0-17E1-DE28-6C4C2FBA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51A18A-C4CC-0D39-4AA9-5A81208F0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6E98-0084-1A41-94DB-FFF4B0C531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7197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4D8FF9-FD74-0D00-66CE-E9696E29A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6485922" cy="982717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CD4DF7-C938-DDF5-091A-B3EA1F85B8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19976" y="457201"/>
            <a:ext cx="3935411" cy="54117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387EF5-E09D-6E74-8FA9-85456D8A7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34510"/>
            <a:ext cx="6485922" cy="43344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5C883D-BEC9-77E8-DF54-FF88DBE7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83F0-23EF-A14E-BBD8-2F5F5CB8579D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011D1B-2DE9-F36B-6D25-559CA00E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2FF77D-25F4-27A8-9547-BBD424175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6E98-0084-1A41-94DB-FFF4B0C531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9115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84994-0A1A-35BC-37BF-8175C8B38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C4450E-0F6B-2F4F-9566-7335394E1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9D8DFE-8C47-556D-1D71-7735C54CE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83F0-23EF-A14E-BBD8-2F5F5CB8579D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49BADF-5307-D364-E8F6-8CF57EC4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16CE52-A9C1-5430-9B3B-CCA3A383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6E98-0084-1A41-94DB-FFF4B0C531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061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BEF623-82E7-4AF1-12F4-8A797DA4C8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058400" y="365125"/>
            <a:ext cx="12954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6AB8FE-5022-EAD0-BB67-5F054E1F0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136117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E034E1-C945-71F8-108A-2674BB5C3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83F0-23EF-A14E-BBD8-2F5F5CB8579D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2122CA-4879-FEC6-D3BA-6C8A68F4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686864-F812-028F-C364-830028BB1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26E98-0084-1A41-94DB-FFF4B0C531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3828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91B9B4-1413-211A-3290-C82766F9E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3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721E00-A609-FFB2-8E76-DCBF1E5C1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2262"/>
            <a:ext cx="10515600" cy="4894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91BC11-B286-5192-66F5-EBACB5603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283F0-23EF-A14E-BBD8-2F5F5CB8579D}" type="datetimeFigureOut">
              <a:rPr kumimoji="1" lang="zh-CN" altLang="en-US" smtClean="0"/>
              <a:t>2026/6/28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1D244C-1C0C-F59C-0A80-E1C4C6498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A629A-65AB-E3A9-CA27-E4B69ECFC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26E98-0084-1A41-94DB-FFF4B0C5314A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62F865-9873-DE1B-BAE6-9D276EB97030}"/>
              </a:ext>
            </a:extLst>
          </p:cNvPr>
          <p:cNvSpPr/>
          <p:nvPr userDrawn="1"/>
        </p:nvSpPr>
        <p:spPr>
          <a:xfrm>
            <a:off x="3835400" y="0"/>
            <a:ext cx="4521200" cy="182880"/>
          </a:xfrm>
          <a:prstGeom prst="rect">
            <a:avLst/>
          </a:prstGeom>
          <a:solidFill>
            <a:srgbClr val="2B77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533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3600" b="1" kern="0" spc="225" dirty="0">
          <a:solidFill>
            <a:srgbClr val="2E6FC3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77A510-4714-C95F-1142-1E0C67CAF8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4DF34C-22A1-6DF6-58D9-22A52E26A9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8482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微软雅黑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源立 王</dc:creator>
  <cp:lastModifiedBy>源立 王</cp:lastModifiedBy>
  <cp:revision>2</cp:revision>
  <dcterms:created xsi:type="dcterms:W3CDTF">2026-06-28T08:16:33Z</dcterms:created>
  <dcterms:modified xsi:type="dcterms:W3CDTF">2026-06-28T08:44:31Z</dcterms:modified>
</cp:coreProperties>
</file>